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E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☀️  Mood Weather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6E05E"/>
                </a:solidFill>
                <a:latin typeface="Calibri"/>
              </a:defRPr>
            </a:pPr>
            <a:r>
              <a:t>A Visual Mood Tracker Using Weather Metaphors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3657600" cy="381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D6E0"/>
                </a:solidFill>
                <a:latin typeface="Calibri"/>
              </a:defRPr>
            </a:pPr>
            <a:r>
              <a:t>  Your Name  ·  Your University Email  ·  Your Group</a:t>
            </a:r>
          </a:p>
          <a:p>
            <a:pPr>
              <a:spcAft>
                <a:spcPts val="600"/>
              </a:spcAft>
              <a:defRPr sz="1800">
                <a:solidFill>
                  <a:srgbClr val="CCD6E0"/>
                </a:solidFill>
                <a:latin typeface="Calibri"/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800">
                <a:solidFill>
                  <a:srgbClr val="CCD6E0"/>
                </a:solidFill>
                <a:latin typeface="Calibri"/>
              </a:defRPr>
            </a:pPr>
            <a:r>
              <a:t>  Software Engineering Toolkit  —  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E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99E1"/>
                </a:solidFill>
                <a:latin typeface="Calibri"/>
              </a:defRPr>
            </a:pPr>
            <a:r>
              <a:t>Who, Why, and What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23355A"/>
          </a:solidFill>
          <a:ln w="1905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99E1"/>
                </a:solidFill>
                <a:latin typeface="Calibri"/>
              </a:defRPr>
            </a:pPr>
            <a:r>
              <a:t>👤  End 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94560"/>
            <a:ext cx="2743200" cy="254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People who want to track their daily mood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Prefer simple, visual interfaces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All ages — no technical skills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91840" cy="4389120"/>
          </a:xfrm>
          <a:prstGeom prst="roundRect">
            <a:avLst/>
          </a:prstGeom>
          <a:solidFill>
            <a:srgbClr val="23355A"/>
          </a:solidFill>
          <a:ln w="19050">
            <a:solidFill>
              <a:srgbClr val="F68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687B3"/>
                </a:solidFill>
                <a:latin typeface="Calibri"/>
              </a:defRPr>
            </a:pPr>
            <a:r>
              <a:t>💡 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194560"/>
            <a:ext cx="2743200" cy="25400"/>
          </a:xfrm>
          <a:prstGeom prst="rect">
            <a:avLst/>
          </a:prstGeom>
          <a:solidFill>
            <a:srgbClr val="F68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Traditional trackers are tedious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Long questionnaires → users quit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Rating scales feel unnatural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Lack of visual engagement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291840" cy="4389120"/>
          </a:xfrm>
          <a:prstGeom prst="roundRect">
            <a:avLst/>
          </a:prstGeom>
          <a:solidFill>
            <a:srgbClr val="23355A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BB78"/>
                </a:solidFill>
                <a:latin typeface="Calibri"/>
              </a:defRPr>
            </a:pPr>
            <a:r>
              <a:t>🎯  Product Idea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194560"/>
            <a:ext cx="2743200" cy="2540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33172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One tap per day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13 weather icons = 13 moods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Personal weather calendar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Easy to understand at a glance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E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6E05E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CD6E0"/>
                </a:solidFill>
                <a:latin typeface="Calibri"/>
              </a:defRPr>
            </a:pPr>
            <a:r>
              <a:t>•  Backend:  Python 3.12 · FastAPI · SQLModel · asyncpg · PostgreSQL 18</a:t>
            </a:r>
          </a:p>
          <a:p>
            <a:pPr>
              <a:spcAft>
                <a:spcPts val="500"/>
              </a:spcAft>
              <a:defRPr sz="1500">
                <a:solidFill>
                  <a:srgbClr val="CCD6E0"/>
                </a:solidFill>
                <a:latin typeface="Calibri"/>
              </a:defRPr>
            </a:pPr>
            <a:r>
              <a:t>•  Frontend: React 18 · TypeScript · Vite · Chart.js</a:t>
            </a:r>
          </a:p>
          <a:p>
            <a:pPr>
              <a:spcAft>
                <a:spcPts val="500"/>
              </a:spcAft>
              <a:defRPr sz="1500">
                <a:solidFill>
                  <a:srgbClr val="CCD6E0"/>
                </a:solidFill>
                <a:latin typeface="Calibri"/>
              </a:defRPr>
            </a:pPr>
            <a:r>
              <a:t>•  Proxy:    Caddy 2 — reverse proxy</a:t>
            </a:r>
          </a:p>
          <a:p>
            <a:pPr>
              <a:spcAft>
                <a:spcPts val="500"/>
              </a:spcAft>
              <a:defRPr sz="1500">
                <a:solidFill>
                  <a:srgbClr val="CCD6E0"/>
                </a:solidFill>
                <a:latin typeface="Calibri"/>
              </a:defRPr>
            </a:pPr>
            <a:r>
              <a:t>•  Infra:    Docker Compose — full container orchestration</a:t>
            </a:r>
          </a:p>
          <a:p>
            <a:pPr>
              <a:spcAft>
                <a:spcPts val="500"/>
              </a:spcAft>
              <a:defRPr sz="1500">
                <a:solidFill>
                  <a:srgbClr val="CCD6E0"/>
                </a:solidFill>
                <a:latin typeface="Calibri"/>
              </a:defRPr>
            </a:pPr>
            <a:r>
              <a:t>•  Deploy:   Ubuntu 24.04 VM — automated via SSH + Docker Compose</a:t>
            </a:r>
          </a:p>
          <a:p>
            <a:pPr>
              <a:spcAft>
                <a:spcPts val="500"/>
              </a:spcAft>
              <a:defRPr sz="1500">
                <a:solidFill>
                  <a:srgbClr val="CCD6E0"/>
                </a:solidFill>
                <a:latin typeface="Calibri"/>
              </a:defRPr>
            </a:pPr>
            <a:r>
              <a:t>•  Testing:  pytest · pytest-asyncio · httpx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6E05E"/>
                </a:solidFill>
                <a:latin typeface="Calibri"/>
              </a:defRPr>
            </a:pPr>
            <a:r>
              <a:t>Version 1  →  Version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029200" cy="2468880"/>
          </a:xfrm>
          <a:prstGeom prst="roundRect">
            <a:avLst/>
          </a:prstGeom>
          <a:solidFill>
            <a:srgbClr val="23355A"/>
          </a:solidFill>
          <a:ln w="1905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99E1"/>
                </a:solidFill>
                <a:latin typeface="Calibri"/>
              </a:defRPr>
            </a:pPr>
            <a:r>
              <a:t>Version 1 — 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663440"/>
            <a:ext cx="4480560" cy="25400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CRUD API (create, list, delete moods)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4 weather types (sunny, cloudy, rainy, stormy)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Basic React form for mood entry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Docker Compose local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2468880"/>
          </a:xfrm>
          <a:prstGeom prst="roundRect">
            <a:avLst/>
          </a:prstGeom>
          <a:solidFill>
            <a:srgbClr val="23355A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BB78"/>
                </a:solidFill>
                <a:latin typeface="Calibri"/>
              </a:defRPr>
            </a:pPr>
            <a:r>
              <a:t>Version 2 — Enhanced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4663440"/>
            <a:ext cx="4572000" cy="2540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800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13 weather types for richer mood expression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PUT endpoint — edit existing mood entries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Inline edit &amp; delete on frontend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Monthly calendar view with weather icons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Analytics dashboard (Chart.js)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Deployed to production VM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E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Demo — Version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99E1"/>
                </a:solidFill>
                <a:latin typeface="Calibri"/>
              </a:defRPr>
            </a:pPr>
            <a:r>
              <a:t>Pre-recorded Video Demonstration with Voice-Over  (≤ 2 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18320" cy="4754880"/>
          </a:xfrm>
          <a:prstGeom prst="roundRect">
            <a:avLst/>
          </a:prstGeom>
          <a:solidFill>
            <a:srgbClr val="23355A"/>
          </a:solidFill>
          <a:ln w="19050">
            <a:solidFill>
              <a:srgbClr val="F6E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2800" b="1">
                <a:solidFill>
                  <a:srgbClr val="F6E05E"/>
                </a:solidFill>
              </a:defRPr>
            </a:pPr>
            <a:r>
              <a:t>🎬  Insert your demo video here</a:t>
            </a:r>
          </a:p>
          <a:p>
            <a:pPr algn="ctr">
              <a:spcBef>
                <a:spcPts val="1200"/>
              </a:spcBef>
              <a:defRPr sz="1600">
                <a:solidFill>
                  <a:srgbClr val="CCD6E0"/>
                </a:solidFill>
              </a:defRPr>
            </a:pPr>
            <a:r>
              <a:t>(Drag &amp; drop your .mp4 onto this slide in PowerPoint)</a:t>
            </a:r>
          </a:p>
          <a:p>
            <a:pPr algn="ctr">
              <a:spcBef>
                <a:spcPts val="3000"/>
              </a:spcBef>
              <a:defRPr sz="1400">
                <a:solidFill>
                  <a:srgbClr val="4299E1"/>
                </a:solidFill>
              </a:defRPr>
            </a:pPr>
            <a:r>
              <a:t>What to show: login → add mood → edit entry → delete entry → calendar view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E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99E1"/>
                </a:solidFill>
                <a:latin typeface="Calibri"/>
              </a:defRPr>
            </a:pPr>
            <a:r>
              <a:t>Access the project online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4389120" cy="2286000"/>
          </a:xfrm>
          <a:prstGeom prst="roundRect">
            <a:avLst/>
          </a:prstGeom>
          <a:solidFill>
            <a:srgbClr val="23355A"/>
          </a:solidFill>
          <a:ln w="19050">
            <a:solidFill>
              <a:srgbClr val="F6E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6E05E"/>
                </a:solidFill>
                <a:latin typeface="Calibri"/>
              </a:defRPr>
            </a:pPr>
            <a:r>
              <a:t>📦  GitHub Repository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194560"/>
            <a:ext cx="3840480" cy="25400"/>
          </a:xfrm>
          <a:prstGeom prst="rect">
            <a:avLst/>
          </a:prstGeom>
          <a:solidFill>
            <a:srgbClr val="F6E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https://github.com/your-username/se-toolkit-mood-weather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Full source code (backend + frontend)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Docker configuration &amp;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4389120" cy="2286000"/>
          </a:xfrm>
          <a:prstGeom prst="roundRect">
            <a:avLst/>
          </a:prstGeom>
          <a:solidFill>
            <a:srgbClr val="23355A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BB78"/>
                </a:solidFill>
                <a:latin typeface="Calibri"/>
              </a:defRPr>
            </a:pPr>
            <a:r>
              <a:t>🚀  Deployed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194560"/>
            <a:ext cx="3840480" cy="2540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33172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http://&lt;your-vm-ip&gt;:42002  —  Frontend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http://&lt;your-vm-ip&gt;:42001/docs  —  API Docs</a:t>
            </a:r>
          </a:p>
          <a:p>
            <a:pPr>
              <a:spcAft>
                <a:spcPts val="800"/>
              </a:spcAft>
              <a:defRPr sz="1400">
                <a:solidFill>
                  <a:srgbClr val="CCD6E0"/>
                </a:solidFill>
                <a:latin typeface="Calibri"/>
              </a:defRPr>
            </a:pPr>
            <a:r>
              <a:t>▸  Live &amp; accessible 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6E05E"/>
                </a:solidFill>
                <a:latin typeface="Calibri"/>
              </a:defRPr>
            </a:pPr>
            <a:r>
              <a:t>QR Codes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754880"/>
            <a:ext cx="2286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1400">
                <a:solidFill>
                  <a:srgbClr val="2D3748"/>
                </a:solidFill>
              </a:defRPr>
            </a:pPr>
            <a:r>
              <a:t>📱 GitHub QR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754880"/>
            <a:ext cx="2286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1400">
                <a:solidFill>
                  <a:srgbClr val="2D3748"/>
                </a:solidFill>
              </a:defRPr>
            </a:pPr>
            <a:r>
              <a:t>🌐 App QR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754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6E05E"/>
                </a:solidFill>
                <a:latin typeface="Calibri"/>
              </a:defRPr>
            </a:pPr>
            <a:r>
              <a:t>Thank you! 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6E0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